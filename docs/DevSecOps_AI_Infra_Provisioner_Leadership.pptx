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🛡️  DevSecOps AI Infra Provisioner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AI-Planned • Policy-Governed • GitHub-Executed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Secure, compliant cloud infrastructure provisioning at the speed of thought.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Platform Engineering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Why traditional infra provisioning breaks in a DevSecOps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743200" cy="438912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⏱️  Slow &amp;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Infra tickets take days to weeks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Engineers blocked waiting for cloud access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No self-service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54480"/>
            <a:ext cx="2743200" cy="438912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🔓  Insecure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5740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Public IPs assigned without review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No naming standards enforced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IAM misconfigurations go undetected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743200" cy="438912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📋  No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Who provisioned what and when?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No governance approval record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Shadow IT runs unchecked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554480"/>
            <a:ext cx="2743200" cy="438912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⚙️  Inconsistent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9+ different CI/CD tools in use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5+ cloud providers with no unified interface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Local scripts run ad-hoc — no traceability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Solution: DevSecOps AI Infra Provisioner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Natural language → Secure, auditable infrastructure via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One platform. Three safeguards. Zero manual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749039" cy="4389120"/>
          </a:xfrm>
          <a:prstGeom prst="rect">
            <a:avLst/>
          </a:prstGeom>
          <a:solidFill>
            <a:srgbClr val="1A20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🧠  AI-Powered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Natural language to gcloud/CLI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Gemini 2.5 Flash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Supports GCP, AWS, Azure + DevOps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011680"/>
            <a:ext cx="3749039" cy="4389120"/>
          </a:xfrm>
          <a:prstGeom prst="rect">
            <a:avLst/>
          </a:prstGeom>
          <a:solidFill>
            <a:srgbClr val="1A202C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2F6"/>
                </a:solidFill>
              </a:rPr>
              <a:t>🛡️  Governance-As-Code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Automated policy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31 naming rules, region locks, machine type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Approve or REJECT before any resource is touched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749039" cy="4389120"/>
          </a:xfrm>
          <a:prstGeom prst="rect">
            <a:avLst/>
          </a:prstGeom>
          <a:solidFill>
            <a:srgbClr val="1A202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🚀  GitHub-Native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No local execution 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291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Every run is auditable &amp; version-controlled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Parallel provisioning: up to 10 instances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3-Stage Agentic Pipeline — Think → Audit →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3566160" cy="1828800"/>
          </a:xfrm>
          <a:prstGeom prst="rect">
            <a:avLst/>
          </a:prstGeom>
          <a:solidFill>
            <a:srgbClr val="1A20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 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Infrastructure
Planner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Converts natural language into a detailed infra plan using GCP/AWS/Azure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54480"/>
            <a:ext cx="3566160" cy="1828800"/>
          </a:xfrm>
          <a:prstGeom prst="rect">
            <a:avLst/>
          </a:prstGeom>
          <a:solidFill>
            <a:srgbClr val="1A202C"/>
          </a:solidFill>
          <a:ln w="1524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2F6"/>
                </a:solidFill>
              </a:rPr>
              <a:t>2 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Governance
Validator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97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Checks every resource against org policy — regions, naming, machine types,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554480"/>
            <a:ext cx="3566160" cy="1828800"/>
          </a:xfrm>
          <a:prstGeom prst="rect">
            <a:avLst/>
          </a:prstGeom>
          <a:solidFill>
            <a:srgbClr val="1A202C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3 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Executor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974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Runs approved commands via GitHub Actions. Saves reports to artifacts.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657600"/>
            <a:ext cx="117043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794760"/>
            <a:ext cx="27432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Streamlit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297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User selects cloud,
service &amp; options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794760"/>
            <a:ext cx="27432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297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Workflow dispatched
with request payload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794760"/>
            <a:ext cx="27432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 Runner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4297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Python runs 3-agent
pipeline on ubuntu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59" y="3794760"/>
            <a:ext cx="27432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599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Artifacts 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4297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JSON + text reports
uploaded to Actions tab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What DevSecOps AI Infra Provisioner delivers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3794760" cy="2240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☁️  Multi-Cloud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Google Cloud Platform (20+ services)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Amazon Web Services (8 service groups)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Microsoft Azure (8 service groups)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554480"/>
            <a:ext cx="3794760" cy="2240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6459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🤖  AI-Native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05740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Gemini 2.5 Flash LLM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3-agent orchestration via Google ADK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MCP tool server for policy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3" y="1554480"/>
            <a:ext cx="3794760" cy="2240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6459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🔒  Security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05740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No public IPs on VMs (enforced)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OS Login required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Named resources — no wildcard provisioning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3794760" cy="2240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1148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⚡  DevOps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52628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GitHub Actions CI/CD pipeline generation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Dockerfile, Kubernetes YAML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Bash scripts with auto chmod +x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7952" y="4023360"/>
            <a:ext cx="3794760" cy="2240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41148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📊  Full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52628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Per-run JSON &amp; text report artifacts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Cumulative daily audit logs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GitHub Actions history = immutable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4023360"/>
            <a:ext cx="3794760" cy="2240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411480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🔢  Parallel Provisioning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526280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1–10 instances in a single dispatch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Auto-suffix for unique naming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Matrix strategy with fail-fast=false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DevSecOps Enforcement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Policy-as-code — every request audited before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Zero-trust provisioning: nothing runs without governance approval.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5486400" cy="448056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 What gets 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proj-dev-payments-vm (correct naming)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61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proj-dev-payments-vm-1 (parallel suffix)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54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e2-micro, e2-medium (allowed machine types)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467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us-central1, europe-west1 (allowed regions)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393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debian-11/debian-cloud image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GitHub Actions CI/CD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Approved Dockerfiles (e.g. python:3.11-slim)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5669280" cy="4480560"/>
          </a:xfrm>
          <a:prstGeom prst="rect">
            <a:avLst/>
          </a:prstGeom>
          <a:solidFill>
            <a:srgbClr val="1A202C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❌  What gets 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68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payment-vm (missing proj-env prefix)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614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us-east1 (region not permitted)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540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n1-highmem-8 (overspec machine type)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467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VM without --no-address (public IP)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39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Custom OS images (Windows, Ubuntu non-LTS)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Non-numeric naming suffix (e.g. -abc)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245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• Missing required labels (env, service, managed-by)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Streamlit UI → GitHub Actions → Multi-Agent Pipeline →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54480"/>
            <a:ext cx="2560320" cy="4846320"/>
          </a:xfrm>
          <a:prstGeom prst="rect">
            <a:avLst/>
          </a:prstGeom>
          <a:solidFill>
            <a:srgbClr val="1A202C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🖥️  Streamlit
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Select Cloud +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70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Configure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181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Set instance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65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Dry run toggle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813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Deploy via GitHub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▶▶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5120640" cy="4846320"/>
          </a:xfrm>
          <a:prstGeom prst="rect">
            <a:avLst/>
          </a:prstGeom>
          <a:solidFill>
            <a:srgbClr val="1A202C"/>
          </a:solidFill>
          <a:ln w="1016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691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2F6"/>
                </a:solidFill>
              </a:rPr>
              <a:t>🐙  GitHub Actions
provision.yml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Build Matrix (N instances)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70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Auth GCP Service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181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pip install -r 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4655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Run Planning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813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Run Governance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Run Executor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507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Upload Artifacts + Audit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82F6"/>
                </a:solidFill>
              </a:rPr>
              <a:t>▶▶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554480"/>
            <a:ext cx="2834640" cy="4846320"/>
          </a:xfrm>
          <a:prstGeom prst="rect">
            <a:avLst/>
          </a:prstGeom>
          <a:solidFill>
            <a:srgbClr val="1A202C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☁️  Cloud
Providers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4231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Google Cloud
(20+ services)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017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AWS
(8 service groups)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• Microsoft Azure
(8 service groups)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5532120"/>
            <a:ext cx="51206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5623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MCP Policy Server  •  get_policies  •  list_resources  •  write_artifact  •  exec_shell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What this means for the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2011680"/>
          </a:xfrm>
          <a:prstGeom prst="rect">
            <a:avLst/>
          </a:prstGeom>
          <a:solidFill>
            <a:srgbClr val="1A202C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Faster
Provisioning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Days →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43200" cy="2011680"/>
          </a:xfrm>
          <a:prstGeom prst="rect">
            <a:avLst/>
          </a:prstGeom>
          <a:solidFill>
            <a:srgbClr val="1A202C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Policy
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Automated enforcement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43200" cy="2011680"/>
          </a:xfrm>
          <a:prstGeom prst="rect">
            <a:avLst/>
          </a:prstGeom>
          <a:solidFill>
            <a:srgbClr val="1A202C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Audit
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Every run logged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554480"/>
            <a:ext cx="2743200" cy="2011680"/>
          </a:xfrm>
          <a:prstGeom prst="rect">
            <a:avLst/>
          </a:prstGeom>
          <a:solidFill>
            <a:srgbClr val="1A202C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Cloud Cost
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Enforced machine 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2743200" cy="274320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4047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For Engineering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25195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Self-service infra in minutes, not tickets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AI drafts the plan — engineers review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No more config drift or shadow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749039"/>
            <a:ext cx="2743200" cy="274320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79" y="384047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For Security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79" y="425195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Policy violations blocked before execution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Immutable audit trail in GitHub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Enforced region, naming &amp; network controls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2743200" cy="274320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4047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For Platform / 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5195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Single platform for GCP, AWS and Azure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GitHub Actions is the only execution path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Parallel provisioning scales effortlessly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749039"/>
            <a:ext cx="2743200" cy="274320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84047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For Finance / FinOps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25195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• Machine types locked to approved tiers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No over-provisioned resources</a:t>
            </a:r>
          </a:p>
          <a:p>
            <a:pPr algn="l"/>
            <a:r>
              <a:rPr sz="1100">
                <a:solidFill>
                  <a:srgbClr val="94A3B8"/>
                </a:solidFill>
              </a:rPr>
              <a:t>• Usage tracked per environment &amp;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Where we are and where we're heading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749039" cy="4937760"/>
          </a:xfrm>
          <a:prstGeom prst="rect">
            <a:avLst/>
          </a:prstGeom>
          <a:solidFill>
            <a:srgbClr val="1A20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64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Phase 1
(Done)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31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GCP Core (20+ services)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715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Governance engine (Type A/B)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09981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GitHub Actions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48386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Parallel provisioning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86791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DevSecOps branding &amp;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251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Artifact 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554480"/>
            <a:ext cx="3749039" cy="4937760"/>
          </a:xfrm>
          <a:prstGeom prst="rect">
            <a:avLst/>
          </a:prstGeom>
          <a:solidFill>
            <a:srgbClr val="1A202C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64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2F6"/>
                </a:solidFill>
              </a:rPr>
              <a:t>🚧 Phase 2
(Q2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31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AWS Resource Execution (live)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15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Azure Resource Execution (live)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9981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Slack notifications for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8386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Terraform plan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6791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Per-service policy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51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OIDC auth (no long-lived keys)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554480"/>
            <a:ext cx="3749039" cy="4937760"/>
          </a:xfrm>
          <a:prstGeom prst="rect">
            <a:avLst/>
          </a:prstGeom>
          <a:solidFill>
            <a:srgbClr val="1A202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664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🔮 Phase 3
(Q3 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331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Multi-org governance 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715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Cost estimation pre-approval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09981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Drift detection &amp; remediation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48386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SOC2 compliance presets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6791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Web-based approval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51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Custom LLM fine-tuning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Get Started in 3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Up and running in under 10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749039" cy="3657600"/>
          </a:xfrm>
          <a:prstGeom prst="rect">
            <a:avLst/>
          </a:prstGeom>
          <a:solidFill>
            <a:srgbClr val="1A20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Configure GitHub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Add GCP_SA_KEY, GOOGLE_API_KEY and GCP_PROJECT_ID to your repo secrets (Settings → Secrets → Actions).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554480"/>
            <a:ext cx="3749039" cy="3657600"/>
          </a:xfrm>
          <a:prstGeom prst="rect">
            <a:avLst/>
          </a:prstGeom>
          <a:solidFill>
            <a:srgbClr val="1A202C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882F6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603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Enter PAT in Streamlit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Open the app, expand 🐙 GitHub Integration in the sidebar, paste your GitHub Personal Access Token.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749039" cy="3657600"/>
          </a:xfrm>
          <a:prstGeom prst="rect">
            <a:avLst/>
          </a:prstGeom>
          <a:solidFill>
            <a:srgbClr val="1A202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366F1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Select, Configure &amp;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Choose Cloud Provider, Service, configure parameters, review the Pre-flight Checklist, then click 🚀 Deploy via GitHub 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94960"/>
            <a:ext cx="11612880" cy="1097280"/>
          </a:xfrm>
          <a:prstGeom prst="rect">
            <a:avLst/>
          </a:prstGeom>
          <a:solidFill>
            <a:srgbClr val="1A202C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📁  Repo: github.com/santyautomates/ai-infra-provisioner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📖  Docs: docs/architecture.md  |  docs/github_workflow_setup.md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DevSecOps AI Infra Provisioner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Secure • Compliant • Auditable • 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